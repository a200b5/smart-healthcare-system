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hyperlink" Target="https://github.com/A200B5/smart-healthcare-system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transition spd="slow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transition spd="slow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transition spd="slow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transition spd="slow">
    <p:fade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transition spd="slow">
    <p:fade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transition spd="slow">
    <p:fade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transition spd="slow">
    <p:fade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transition spd="slow">
    <p:fade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transition spd="slow">
    <p:fade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transition spd="slow">
    <p:fade/>
  </p:transition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transition spd="slow">
    <p:fade/>
  </p:transition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transition spd="slow">
    <p:fade/>
  </p:transition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transition spd="slow">
    <p:fade/>
  </p:transition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transition spd="slow">
    <p:fade/>
  </p:transition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transition spd="slow">
    <p:fade/>
  </p:transition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transition spd="slow">
    <p:fade/>
  </p:transition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transition spd="slow">
    <p:fade/>
  </p:transition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transition spd="slow">
    <p:fade/>
  </p:transition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transition spd="slow">
    <p:fade/>
  </p:transition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transition spd="slow">
    <p:fade/>
  </p:transition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transition spd="slow">
    <p:fade/>
  </p:transition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4370832"/>
            <a:ext cx="26517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4" name="Rectangle 3">
            <a:hlinkClick r:id="rId3"/>
          </p:cNvPr>
          <p:cNvSpPr/>
          <p:nvPr/>
        </p:nvSpPr>
        <p:spPr>
          <a:xfrm>
            <a:off x="274320" y="4370832"/>
            <a:ext cx="26517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transition spd="slow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